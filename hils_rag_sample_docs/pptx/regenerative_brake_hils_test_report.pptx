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108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079574-82DD-2279-AA49-3EE3B47409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72D83F3-2FCF-F2D6-9C17-7AAE07FF45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B57BF0D-5F4B-5862-FC4B-DD7A4B8D5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C47A1-A609-476C-BD42-369A8F62935F}" type="datetimeFigureOut">
              <a:rPr kumimoji="1" lang="ja-JP" altLang="en-US" smtClean="0"/>
              <a:t>2026/5/30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E23C8D5-ED65-1EBB-5592-8BC8B8963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949F540-86A2-9943-A271-7225F921A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A194-1D37-4824-B089-EC1D759BFD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0981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4A68F9-9DC2-1E87-94B2-166F8A132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7FCC079-BE40-4E98-EAF8-A29A2F916E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EDEB6D0-DC75-6C04-776E-6CF8652EA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C47A1-A609-476C-BD42-369A8F62935F}" type="datetimeFigureOut">
              <a:rPr kumimoji="1" lang="ja-JP" altLang="en-US" smtClean="0"/>
              <a:t>2026/5/30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C81669A-7B24-C8E2-FA77-E57733923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3DE9701-6FA8-6C25-6D7D-41295E5D8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A194-1D37-4824-B089-EC1D759BFD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8178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C52C537-3DA4-C987-4563-ED4B5B3F3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775C496-97AE-8BDC-F890-9CCF0EDB6B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1742FE9-8B97-4625-0BF0-711FE0FFA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C47A1-A609-476C-BD42-369A8F62935F}" type="datetimeFigureOut">
              <a:rPr kumimoji="1" lang="ja-JP" altLang="en-US" smtClean="0"/>
              <a:t>2026/5/30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A17F819-8F4C-227A-FECB-E50D7C35D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6898738-95FC-8A9B-0C80-CBA735208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A194-1D37-4824-B089-EC1D759BFD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1231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4FAB50D-D6B9-537F-D9AC-C2F1B0870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882CEDD-4121-0979-C29E-DF2CD6BCF8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DE58FAD-C31E-B81B-F1C0-5DBCED797A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C644F2B-B7BD-166D-BFAA-94325E201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C47A1-A609-476C-BD42-369A8F62935F}" type="datetimeFigureOut">
              <a:rPr kumimoji="1" lang="ja-JP" altLang="en-US" smtClean="0"/>
              <a:t>2026/5/30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28CE650-972F-4ED3-A9C5-CD4CE361B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D6C8E89-B0D1-B300-EBB5-2686352B5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A194-1D37-4824-B089-EC1D759BFD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32682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F56CA25-BABD-183B-CF6F-EF0A1C2A0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A86BF35-7C9C-2D44-89F0-25830F7E40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41F1620-8395-F086-477F-C893922D42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EC2542B-64D0-D214-A61B-DD7A4628C3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3FCBFA6-900F-C9F3-E175-0E435A7153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336161F-387A-E556-40AE-399F76E20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C47A1-A609-476C-BD42-369A8F62935F}" type="datetimeFigureOut">
              <a:rPr kumimoji="1" lang="ja-JP" altLang="en-US" smtClean="0"/>
              <a:t>2026/5/30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9A0AE63-9309-6C87-C777-837552F8F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B384096-63A8-0D1F-FD1B-BFD2A64B7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A194-1D37-4824-B089-EC1D759BFD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24219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EDAF7C6-33D9-BBD0-7A88-A1D0DB366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B2E30D1-2ED3-5E07-6A0A-31C649B63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C47A1-A609-476C-BD42-369A8F62935F}" type="datetimeFigureOut">
              <a:rPr kumimoji="1" lang="ja-JP" altLang="en-US" smtClean="0"/>
              <a:t>2026/5/30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03701E1-A331-C744-13C9-159C6A21A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6DED874-DFC8-B499-7169-0C4D626AB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A194-1D37-4824-B089-EC1D759BFD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9674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4DF9699-6184-9E00-9776-7158B8623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C47A1-A609-476C-BD42-369A8F62935F}" type="datetimeFigureOut">
              <a:rPr kumimoji="1" lang="ja-JP" altLang="en-US" smtClean="0"/>
              <a:t>2026/5/30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77C4FC2-EB90-8C7A-2CFD-AFA86D113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7C61056-E130-77AC-1E36-D3A8057FF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A194-1D37-4824-B089-EC1D759BFD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26954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72ED233-33F3-D221-12C6-458868B85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CA039C5-3B11-EE0C-A84D-7B738AACEA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2914009-8832-246B-E510-E484D4CBA5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9E716BD-EB4C-8FBC-B3FD-8142CC5EB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C47A1-A609-476C-BD42-369A8F62935F}" type="datetimeFigureOut">
              <a:rPr kumimoji="1" lang="ja-JP" altLang="en-US" smtClean="0"/>
              <a:t>2026/5/30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D2ABC47-BA3B-614F-739D-3612C1C4D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99B14C0-F212-7FF3-5D1B-2FDB38FCC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A194-1D37-4824-B089-EC1D759BFD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08376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9CABE8-D2BF-734A-E536-4CDE91DD7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2FD3766-DEEC-5A28-9463-BB87C8CEEB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198982E-C852-BE15-73B9-A5759D3C29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41CA3E5-6C84-AD32-F328-551D63C92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C47A1-A609-476C-BD42-369A8F62935F}" type="datetimeFigureOut">
              <a:rPr kumimoji="1" lang="ja-JP" altLang="en-US" smtClean="0"/>
              <a:t>2026/5/30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C45D66F-E4EB-BBA9-EECA-140A2D1BC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D158691-53C5-154F-B40A-26EA68BF4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A194-1D37-4824-B089-EC1D759BFD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7965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91AE13-E46E-1F62-706F-51BF414CE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1440B2E-BF60-B93D-6333-1B944D681B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C6C17A6-0EFC-59B2-215D-729FDF195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C47A1-A609-476C-BD42-369A8F62935F}" type="datetimeFigureOut">
              <a:rPr kumimoji="1" lang="ja-JP" altLang="en-US" smtClean="0"/>
              <a:t>2026/5/30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3D7D2DE-43F4-71B6-F20D-7D1DAF2A5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EB9C02A-5757-F02C-53D1-40A25EA13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A194-1D37-4824-B089-EC1D759BFD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80999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A789F7C-DF87-3E1D-6A89-B2EBCDFE7C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84D800B-C8C7-5B3E-9D0D-227295A1A9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9F6485B-D521-E1DB-DE4E-7CF244E57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C47A1-A609-476C-BD42-369A8F62935F}" type="datetimeFigureOut">
              <a:rPr kumimoji="1" lang="ja-JP" altLang="en-US" smtClean="0"/>
              <a:t>2026/5/30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47669AB-20B6-31F4-CF2E-751198114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828F036-3A93-7BFE-FCC3-1D3B6DF75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A194-1D37-4824-B089-EC1D759BFD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88633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タイトルと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9A75671-5CCA-1223-8095-630FCDEE0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3110F9E-ABE3-EB96-6CE1-295C471DB4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BCDC2C3-EC8B-A137-46C7-3CA25F9BD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C47A1-A609-476C-BD42-369A8F62935F}" type="datetimeFigureOut">
              <a:rPr kumimoji="1" lang="ja-JP" altLang="en-US" smtClean="0"/>
              <a:t>2026/5/30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E164A7D-5793-8D52-0CD7-BF9D7A98C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3296024-E66D-1408-A3B0-81562F39F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A194-1D37-4824-B089-EC1D759BFD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83196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DB361E1-15F5-75C4-D813-2060A2FAB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0992765-7777-5737-4E97-485205BD00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CCC58BE-E5F8-3FE4-8363-48EAA48307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7C47A1-A609-476C-BD42-369A8F62935F}" type="datetimeFigureOut">
              <a:rPr kumimoji="1" lang="ja-JP" altLang="en-US" smtClean="0"/>
              <a:t>2026/5/30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A56904F-0D9A-3AFE-B817-B47224E725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B41235D-6DFF-D948-CF3A-B19DAB8E8B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4DA194-1D37-4824-B089-EC1D759BFD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1289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3784525-4BA8-676C-F8A1-24DFFCC329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/>
              <a:t>Regenerative Brake HILS Test Report</a:t>
            </a:r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9CFD49F-FDB4-D1B9-86AD-9CD8F49A09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ja-JP"/>
              <a:t>sample report deck / mixed evidence types / action-oriented notes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48762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2E17173-CBE0-4092-502B-A6F39D43F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Result Summary</a:t>
            </a:r>
            <a:endParaRPr kumimoji="1" lang="ja-JP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69A17D8-FE47-F076-8DC6-64EAFD1CBD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0C679184-C28F-33B6-5C04-655CF39CA8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187321"/>
              </p:ext>
            </p:extLst>
          </p:nvPr>
        </p:nvGraphicFramePr>
        <p:xfrm>
          <a:off x="508000" y="1524000"/>
          <a:ext cx="8128000" cy="279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403736496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73654039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13351942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91009101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855284396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r>
                        <a:rPr kumimoji="1" lang="en-US" altLang="ja-JP"/>
                        <a:t>Scenario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/>
                        <a:t>Vehicle speed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/>
                        <a:t>SOC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/>
                        <a:t>Expected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/>
                        <a:t>Observed</a:t>
                      </a:r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604733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kumimoji="1" lang="en-US" altLang="ja-JP"/>
                        <a:t>RB-01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/>
                        <a:t>40 km/h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/>
                        <a:t>55%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/>
                        <a:t>regen available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/>
                        <a:t>pass</a:t>
                      </a:r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713812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kumimoji="1" lang="en-US" altLang="ja-JP"/>
                        <a:t>RB-02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/>
                        <a:t>80 km/h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/>
                        <a:t>95%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/>
                        <a:t>regen reduced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/>
                        <a:t>pass</a:t>
                      </a:r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7269567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kumimoji="1" lang="en-US" altLang="ja-JP"/>
                        <a:t>RB-03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/>
                        <a:t>20 km/h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/>
                        <a:t>30%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/>
                        <a:t>blended brake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/>
                        <a:t>monitor</a:t>
                      </a:r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4430985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kumimoji="1" lang="en-US" altLang="ja-JP"/>
                        <a:t>RB-07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/>
                        <a:t>60 km/h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/>
                        <a:t>15%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/>
                        <a:t>torque cap release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/>
                        <a:t>fail</a:t>
                      </a:r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49074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8668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33FB55-D55A-CA9F-26BA-1AEC1BE51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Signal Story</a:t>
            </a:r>
            <a:endParaRPr kumimoji="1" lang="ja-JP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9124BCB-4AE3-4610-A587-37BAB67C26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84E2A1F3-AA32-52A6-B80E-9A80F18EC9C9}"/>
              </a:ext>
            </a:extLst>
          </p:cNvPr>
          <p:cNvCxnSpPr/>
          <p:nvPr/>
        </p:nvCxnSpPr>
        <p:spPr>
          <a:xfrm>
            <a:off x="1016000" y="4064000"/>
            <a:ext cx="711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B2582D15-CC55-993A-32E8-1EB024A00806}"/>
              </a:ext>
            </a:extLst>
          </p:cNvPr>
          <p:cNvCxnSpPr/>
          <p:nvPr/>
        </p:nvCxnSpPr>
        <p:spPr>
          <a:xfrm flipV="1">
            <a:off x="1524000" y="2413000"/>
            <a:ext cx="0" cy="1651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D9BFC694-12B9-19EC-F4D4-F4E4FB6E3119}"/>
              </a:ext>
            </a:extLst>
          </p:cNvPr>
          <p:cNvCxnSpPr/>
          <p:nvPr/>
        </p:nvCxnSpPr>
        <p:spPr>
          <a:xfrm flipV="1">
            <a:off x="3048000" y="1778000"/>
            <a:ext cx="0" cy="2286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D29C1DBF-8B82-71E1-521D-BBAD07602991}"/>
              </a:ext>
            </a:extLst>
          </p:cNvPr>
          <p:cNvCxnSpPr/>
          <p:nvPr/>
        </p:nvCxnSpPr>
        <p:spPr>
          <a:xfrm flipV="1">
            <a:off x="4572000" y="2794000"/>
            <a:ext cx="0" cy="127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DB9D37F5-DD8F-5126-04F8-965403D1F4ED}"/>
              </a:ext>
            </a:extLst>
          </p:cNvPr>
          <p:cNvCxnSpPr/>
          <p:nvPr/>
        </p:nvCxnSpPr>
        <p:spPr>
          <a:xfrm flipV="1">
            <a:off x="6096000" y="1397000"/>
            <a:ext cx="0" cy="2667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964FC772-59F4-C871-60A0-C926E58C5CC8}"/>
              </a:ext>
            </a:extLst>
          </p:cNvPr>
          <p:cNvCxnSpPr/>
          <p:nvPr/>
        </p:nvCxnSpPr>
        <p:spPr>
          <a:xfrm flipV="1">
            <a:off x="7620000" y="3302000"/>
            <a:ext cx="0" cy="762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344EA3E-ADD4-6D12-069D-DB18B199469F}"/>
              </a:ext>
            </a:extLst>
          </p:cNvPr>
          <p:cNvSpPr txBox="1"/>
          <p:nvPr/>
        </p:nvSpPr>
        <p:spPr>
          <a:xfrm>
            <a:off x="762000" y="4572000"/>
            <a:ext cx="7874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/>
              <a:t>回生トルク立上りと </a:t>
            </a:r>
            <a:r>
              <a:rPr kumimoji="1" lang="en-US" altLang="ja-JP"/>
              <a:t>wheel decel </a:t>
            </a:r>
            <a:r>
              <a:rPr kumimoji="1" lang="ja-JP" altLang="en-US"/>
              <a:t>が一致しない場合、制御失敗ではなく </a:t>
            </a:r>
            <a:r>
              <a:rPr kumimoji="1" lang="en-US" altLang="ja-JP"/>
              <a:t>plant brake drag </a:t>
            </a:r>
            <a:r>
              <a:rPr kumimoji="1" lang="ja-JP" altLang="en-US"/>
              <a:t>を疑う。</a:t>
            </a:r>
          </a:p>
        </p:txBody>
      </p:sp>
    </p:spTree>
    <p:extLst>
      <p:ext uri="{BB962C8B-B14F-4D97-AF65-F5344CB8AC3E}">
        <p14:creationId xmlns:p14="http://schemas.microsoft.com/office/powerpoint/2010/main" val="210702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2D2CE5-3375-A6B1-2CA1-4EB7358D7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Next Actions</a:t>
            </a:r>
            <a:endParaRPr kumimoji="1" lang="ja-JP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2224D75-F2FA-A871-4064-F862355498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A. RB-07 </a:t>
            </a:r>
            <a:r>
              <a:rPr kumimoji="1" lang="ja-JP" altLang="en-US"/>
              <a:t>の </a:t>
            </a:r>
            <a:r>
              <a:rPr kumimoji="1" lang="en-US" altLang="ja-JP"/>
              <a:t>SOC </a:t>
            </a:r>
            <a:r>
              <a:rPr kumimoji="1" lang="ja-JP" altLang="en-US"/>
              <a:t>低条件を再実行</a:t>
            </a:r>
          </a:p>
          <a:p>
            <a:r>
              <a:rPr kumimoji="1" lang="en-US" altLang="ja-JP"/>
              <a:t>B. battery internal resistance map </a:t>
            </a:r>
            <a:r>
              <a:rPr kumimoji="1" lang="ja-JP" altLang="en-US"/>
              <a:t>を固定して比較</a:t>
            </a:r>
          </a:p>
          <a:p>
            <a:r>
              <a:rPr kumimoji="1" lang="en-US" altLang="ja-JP"/>
              <a:t>C. hydraulic brake model drag term </a:t>
            </a:r>
            <a:r>
              <a:rPr kumimoji="1" lang="ja-JP" altLang="en-US"/>
              <a:t>を分離計測</a:t>
            </a:r>
          </a:p>
          <a:p>
            <a:r>
              <a:rPr kumimoji="1" lang="en-US" altLang="ja-JP"/>
              <a:t>D. report template </a:t>
            </a:r>
            <a:r>
              <a:rPr kumimoji="1" lang="ja-JP" altLang="en-US"/>
              <a:t>に </a:t>
            </a:r>
            <a:r>
              <a:rPr kumimoji="1" lang="en-US" altLang="ja-JP"/>
              <a:t>trigger / evidence / rollback </a:t>
            </a:r>
            <a:r>
              <a:rPr kumimoji="1" lang="ja-JP" altLang="en-US"/>
              <a:t>を追加</a:t>
            </a:r>
          </a:p>
        </p:txBody>
      </p:sp>
    </p:spTree>
    <p:extLst>
      <p:ext uri="{BB962C8B-B14F-4D97-AF65-F5344CB8AC3E}">
        <p14:creationId xmlns:p14="http://schemas.microsoft.com/office/powerpoint/2010/main" val="2591511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130</Words>
  <Application>Microsoft Office PowerPoint</Application>
  <PresentationFormat>ワイド画面</PresentationFormat>
  <Paragraphs>35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游ゴシック</vt:lpstr>
      <vt:lpstr>游ゴシック Light</vt:lpstr>
      <vt:lpstr>Arial</vt:lpstr>
      <vt:lpstr>Office テーマ</vt:lpstr>
      <vt:lpstr>Regenerative Brake HILS Test Report</vt:lpstr>
      <vt:lpstr>Result Summary</vt:lpstr>
      <vt:lpstr>Signal Story</vt:lpstr>
      <vt:lpstr>Next Actions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薫 和田</dc:creator>
  <cp:lastModifiedBy>薫 和田</cp:lastModifiedBy>
  <cp:revision>1</cp:revision>
  <dcterms:created xsi:type="dcterms:W3CDTF">2026-05-30T11:42:24Z</dcterms:created>
  <dcterms:modified xsi:type="dcterms:W3CDTF">2026-05-30T11:42:24Z</dcterms:modified>
</cp:coreProperties>
</file>