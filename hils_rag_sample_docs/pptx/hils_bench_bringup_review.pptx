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5DD94-9E91-02B7-6861-5288A6F83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D2D904-D11C-CE04-D30C-CA7D14EB1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4C19D6-B716-6755-7FF2-D42F7F47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CBB75-426A-7F35-C14E-107E8BC8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595F7E-43DB-1368-DC96-09F304FF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259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04887-7152-A07A-82D5-F9D42FE0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D4BA66-77AA-72BA-3132-74D81628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A7ED65-04F9-BA08-E1D8-53E9B035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C5FEC-F493-4E3E-10B2-CDE43D13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427F20-B12B-A828-87DF-7228B6F5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92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581894-2199-3C43-5100-629F0A6F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CFAA9A-799E-D663-A574-A0253B712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4A1C00-DFF3-D296-2D19-A41B70FC3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F6BBFF-7106-6293-F498-BD4B0C0B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3E4702-48ED-6177-3F56-89332955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61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186FDF-3E5A-E6C1-CC0A-CB72375E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EF3B7E-C539-6D8B-B0A9-DAF2E527F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A0020E-19F9-19F4-93CB-7F5749E78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AD814E-1324-5340-8DFD-9ED6D173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5E362E-56A6-A582-241A-2AAD20F7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683EEE-78F8-9EC8-4902-2A3B041F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99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25E6A6-F692-7911-55EA-C4965A82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E468DD-FA98-2CEB-895E-6ED1C5F87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6E3B76-841C-9DD3-EAA2-775826D4D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E65398F-0FCC-36F1-73F7-3302B9D4C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D18622E-C8ED-E429-F5F3-D2BB9C046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9A488B-1D6E-2BE2-6723-810AF961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F9A87CF-3123-B1B8-F4DC-E83C0010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D54C3DE-6C47-052A-9DD5-19F4C312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014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DEAEB0-458A-1892-3997-C1064DF8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F4AE40-995E-BD75-1B2B-367D3B1B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C2313D8-ABE3-3C63-940E-E1B24B6E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A73535-1AEE-C0FF-5233-CA79206F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60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3254034-A29D-1B06-B013-3515C015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C9CB14-21DD-62FC-9A8E-FDB23117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E4214C-474C-F943-C373-5DBBE031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85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C41007-0B05-C697-1658-F7ECC7EC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E30742-743C-5BDA-6957-0AC78CDD1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8B9E3F-009E-707A-5C96-F86F58DCB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6625E4-222F-BF03-5F59-F06C3A4D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DEB74-36F7-8205-09DA-B30E1891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105232-38ED-6DB8-CA33-296DF7CE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63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0D289F-ACD6-1FDB-A523-140D6F5A7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F5D223C-A418-33AE-4B2B-EA1267470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340B2F-6C67-EB91-AC53-AC5A733C3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9BD7C6-E716-9A73-8ADB-3A0A25E5B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D83D33-61D0-E82D-AFDE-C88C65C2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5CEABE-6E7B-039C-A0B5-202109D6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25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BF191-D307-1596-5E3B-125C383DB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ED1148-57DA-F19E-932F-446B10602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BE61D3-8CE2-9100-C1CE-EB27AF4E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69215E-60A5-7281-BDEC-11A8AED1F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EC26A5-AB6F-147B-BC3A-7636FACEA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26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DC6C5F7-6B89-7D34-3572-438296608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F54574-D3D7-3537-5E3C-DB55F63C5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7E5424-8997-9994-0ECD-599A018B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D86DC7-A02A-46DB-C1A7-2B1D9E3A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CFA435-E905-0FEB-6918-F6092D33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320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64996A-EC2C-64E8-B7DD-B88D9AA0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F4A49D-8368-439E-CDE7-49AE1AD98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2BAC53-408E-2A5B-8D76-63AB17D9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C69F6B-1FA3-3863-8AED-EA7155E7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8845EC-0E50-8C9D-B750-6F51C6EF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927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0CA612D-1E94-C44F-9A60-BB0FF673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28518E-3071-EA78-62AF-4BB1D64C2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ACED15-F4CE-545C-22B0-7C500AA70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F7B6B-B1AA-4BCC-8F83-2845702B578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A0FF4D-43CA-1540-C68E-3D403DDC4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351CAF-309E-964D-6C4B-742166F52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11DDF-D5BE-44C4-9A06-7A270BDF07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69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10D779-D7A9-C1D7-A3FB-F114CFAF0A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HILS Bench Bring-up Review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CE1C67-584E-CA70-0E93-CF8A151E16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sample deck for chunking / architecture / checklist / issue summary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913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60F88D-92B8-68A6-8C23-131E07D8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Bench Topology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F93FA6-07E7-A287-13EE-004100F66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EB5A29-0516-C2AE-4F98-C9D7C5734B3F}"/>
              </a:ext>
            </a:extLst>
          </p:cNvPr>
          <p:cNvSpPr/>
          <p:nvPr/>
        </p:nvSpPr>
        <p:spPr>
          <a:xfrm>
            <a:off x="762000" y="1524000"/>
            <a:ext cx="2032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Host PC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E7CA02A-6D5E-8F13-9AF0-DD9204DE076C}"/>
              </a:ext>
            </a:extLst>
          </p:cNvPr>
          <p:cNvSpPr/>
          <p:nvPr/>
        </p:nvSpPr>
        <p:spPr>
          <a:xfrm>
            <a:off x="3556000" y="1524000"/>
            <a:ext cx="2032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dSPACE HIL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B697034-D96F-B628-7087-96F2CC99C060}"/>
              </a:ext>
            </a:extLst>
          </p:cNvPr>
          <p:cNvSpPr/>
          <p:nvPr/>
        </p:nvSpPr>
        <p:spPr>
          <a:xfrm>
            <a:off x="6350000" y="1524000"/>
            <a:ext cx="2032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VCU ECU</a:t>
            </a:r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653E1CE-72F5-D55B-3567-AE01702DC2C3}"/>
              </a:ext>
            </a:extLst>
          </p:cNvPr>
          <p:cNvSpPr/>
          <p:nvPr/>
        </p:nvSpPr>
        <p:spPr>
          <a:xfrm>
            <a:off x="3556000" y="3302000"/>
            <a:ext cx="2032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Battery Sim</a:t>
            </a:r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1090A20-CC02-1EA6-E464-14C9754B241E}"/>
              </a:ext>
            </a:extLst>
          </p:cNvPr>
          <p:cNvCxnSpPr/>
          <p:nvPr/>
        </p:nvCxnSpPr>
        <p:spPr>
          <a:xfrm>
            <a:off x="2794000" y="1905000"/>
            <a:ext cx="76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28C5FB1-F6E2-12A6-F0FF-7D46DE6BA7B3}"/>
              </a:ext>
            </a:extLst>
          </p:cNvPr>
          <p:cNvCxnSpPr/>
          <p:nvPr/>
        </p:nvCxnSpPr>
        <p:spPr>
          <a:xfrm>
            <a:off x="5588000" y="1905000"/>
            <a:ext cx="76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6E4FD74-3086-7D66-C3A5-3E6325CACADF}"/>
              </a:ext>
            </a:extLst>
          </p:cNvPr>
          <p:cNvCxnSpPr/>
          <p:nvPr/>
        </p:nvCxnSpPr>
        <p:spPr>
          <a:xfrm>
            <a:off x="4572000" y="2286000"/>
            <a:ext cx="0" cy="101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49D725-279A-C282-AB2C-8DDEA48413AB}"/>
              </a:ext>
            </a:extLst>
          </p:cNvPr>
          <p:cNvSpPr txBox="1"/>
          <p:nvPr/>
        </p:nvSpPr>
        <p:spPr>
          <a:xfrm>
            <a:off x="762000" y="4572000"/>
            <a:ext cx="736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/>
              <a:t>ポイント</a:t>
            </a:r>
            <a:r>
              <a:rPr kumimoji="1" lang="en-US" altLang="ja-JP"/>
              <a:t>: ECU, plant, automation </a:t>
            </a:r>
            <a:r>
              <a:rPr kumimoji="1" lang="ja-JP" altLang="en-US"/>
              <a:t>の境界が明示される資料は、</a:t>
            </a:r>
            <a:r>
              <a:rPr kumimoji="1" lang="en-US" altLang="ja-JP"/>
              <a:t>RAG</a:t>
            </a:r>
            <a:r>
              <a:rPr kumimoji="1" lang="ja-JP" altLang="en-US"/>
              <a:t>で </a:t>
            </a:r>
            <a:r>
              <a:rPr kumimoji="1" lang="en-US" altLang="ja-JP"/>
              <a:t>'</a:t>
            </a:r>
            <a:r>
              <a:rPr kumimoji="1" lang="ja-JP" altLang="en-US"/>
              <a:t>どこに責務があるか</a:t>
            </a:r>
            <a:r>
              <a:rPr kumimoji="1" lang="en-US" altLang="ja-JP"/>
              <a:t>' </a:t>
            </a:r>
            <a:r>
              <a:rPr kumimoji="1" lang="ja-JP" altLang="en-US"/>
              <a:t>を拾いやすい。</a:t>
            </a:r>
          </a:p>
        </p:txBody>
      </p:sp>
    </p:spTree>
    <p:extLst>
      <p:ext uri="{BB962C8B-B14F-4D97-AF65-F5344CB8AC3E}">
        <p14:creationId xmlns:p14="http://schemas.microsoft.com/office/powerpoint/2010/main" val="147685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0D4EC1-F9EF-7EFC-AA6C-4F670D42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Morning Bring-up Checklist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D35642-2BDF-38A9-9319-CAE7D1131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1. PSU / rack / simulator power on</a:t>
            </a:r>
          </a:p>
          <a:p>
            <a:r>
              <a:rPr kumimoji="1" lang="en-US" altLang="ja-JP"/>
              <a:t>2. model load and CANoe start</a:t>
            </a:r>
          </a:p>
          <a:p>
            <a:r>
              <a:rPr kumimoji="1" lang="en-US" altLang="ja-JP"/>
              <a:t>3. IGN command and precharge monitor</a:t>
            </a:r>
          </a:p>
          <a:p>
            <a:r>
              <a:rPr kumimoji="1" lang="en-US" altLang="ja-JP"/>
              <a:t>4. READY confirmation and torque inhibit check</a:t>
            </a:r>
          </a:p>
          <a:p>
            <a:r>
              <a:rPr kumimoji="1" lang="en-US" altLang="ja-JP"/>
              <a:t>5. archive logs before next scenario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506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7F4125-91F2-680E-9756-6A8588AC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Open Issues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396517-EA61-8C30-6D50-5EC4563F8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A96DF6A-8E87-731C-078B-BCE465FD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608720"/>
              </p:ext>
            </p:extLst>
          </p:nvPr>
        </p:nvGraphicFramePr>
        <p:xfrm>
          <a:off x="762000" y="1651000"/>
          <a:ext cx="7874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429073105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77962942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91666703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4193522155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ID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Symptom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Likely layer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Status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8734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B-04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PRECHARGE stall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plant init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open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25438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B-08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diag timeout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gateway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watch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3913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B-11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torque inhibit stuck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VCU logic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investigate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199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78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ワイド画面</PresentationFormat>
  <Paragraphs>31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HILS Bench Bring-up Review</vt:lpstr>
      <vt:lpstr>Bench Topology</vt:lpstr>
      <vt:lpstr>Morning Bring-up Checklist</vt:lpstr>
      <vt:lpstr>Open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薫 和田</dc:creator>
  <cp:lastModifiedBy>薫 和田</cp:lastModifiedBy>
  <cp:revision>1</cp:revision>
  <dcterms:created xsi:type="dcterms:W3CDTF">2026-05-30T11:42:23Z</dcterms:created>
  <dcterms:modified xsi:type="dcterms:W3CDTF">2026-05-30T11:42:23Z</dcterms:modified>
</cp:coreProperties>
</file>